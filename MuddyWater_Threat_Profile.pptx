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48640"/>
            <a:ext cx="292608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52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THREAT ACTOR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MuddyWater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024128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C00"/>
                </a:solidFill>
              </a:rPr>
              <a:t>AKA  Seedworm  |  Mango Sandstorm  |  Static Kitten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Iranian State-Sponsored Advanced Persistent Threat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035040"/>
            <a:ext cx="10241280" cy="127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Classification: TLP:AMBER   |   Date: March 2026   |   MITRE ATT&amp;CK Aligned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Identity &amp; Strategic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Who are they and what do they want?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25603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AFFILIATION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Iranian Ministry of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and Security (MOIS)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Operational since ~2017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3657600" cy="25603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PRIMARY OBJECTIVE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Strategic Espionage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Long-term network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Geopolitical intelligence gathering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417320"/>
            <a:ext cx="3657600" cy="25603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TARGET SECTORS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Telecommunications &amp; ISPs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Government &amp; Defence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Middle East &amp; United States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51960"/>
            <a:ext cx="11338560" cy="2148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251960"/>
            <a:ext cx="1133856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C00"/>
                </a:solidFill>
              </a:rP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MuddyWater does not hack for financial gain. They conduct long-term reconnaissance — staying "quiet" inside networks for months — to extract political, economic, and military intelligence aligned with Iran's foreign policy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Case Study — Operation Epic Fury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High-Profile Breaches &amp; Tactical Shift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3108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HIGH-PROFILE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FBI Director Kash Patel — personal email breach (Mar 27)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Documents &amp; photos leaked, confirmed by FBI via BBC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U.S. Banking &amp; Aerospace infrastructure targeted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62071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Major international airport systems compromised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486400" cy="16916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54864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NEW MALWARE: DINOO / DINDOOR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JavaScript-based backdoor (2026 debut)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03703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Deployed via Deno runtime — evades AV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32887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Confirmed by Broadcom Symantec / Carbon Black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862071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Active against U.S. defence contractors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291840"/>
            <a:ext cx="5486400" cy="12344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291840"/>
            <a:ext cx="54864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64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STRATEGIC SHIFT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5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749039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From pure espionage → psychological influence 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123944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078224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Weaponising 'admin noise' (e.g. VOA/HMRC merger phishing)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453128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407408"/>
            <a:ext cx="5029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Targets distracted employees during org change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800600"/>
            <a:ext cx="1133856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Jan 2026
Initial recon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" y="4736592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Feb 2026
Dinoo deployed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736592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Mar 15
Bank &amp; Airport hit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4736592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Mar 27
FBI Director breach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53728" y="4736592"/>
            <a:ext cx="16459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SOC Detection — Advanced Indicators of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SFIA: SCAD — Security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1920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6C00"/>
                </a:solidFill>
              </a:rPr>
              <a:t>DINOO SIGNATURE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Execution via Deno.exe (JS runtime)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Unusual child process from dev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Obfuscated .js payload on disk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394960" cy="1920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6C00"/>
                </a:solidFill>
              </a:rPr>
              <a:t>RMM ABUSE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Unauthorised SimpleHelp 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03703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Atera / ScreenConnect anomalies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532887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Admin tool → external IP egress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11880"/>
            <a:ext cx="5394960" cy="1920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1188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6C00"/>
                </a:solidFill>
              </a:rPr>
              <a:t>CLOUD HIJACKING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069080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Malicious scripts via MS Intune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43984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98264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Rogue 'Global Admin' account creation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773168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27448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Entra ID sign-in from TOR / VPN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611880"/>
            <a:ext cx="5394960" cy="1920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61188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6C00"/>
                </a:solidFill>
              </a:rPr>
              <a:t>C2 TRAFFIC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069080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Telegram Bot API calls from endpoints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43984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98264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Dropbox / cloud storage exfil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773168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727448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CD6E8"/>
                </a:solidFill>
              </a:rPr>
              <a:t>Beaconing on non-standard intervals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833872"/>
            <a:ext cx="11338560" cy="594360"/>
          </a:xfrm>
          <a:prstGeom prst="rect">
            <a:avLst/>
          </a:prstGeom>
          <a:solidFill>
            <a:srgbClr val="2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833872"/>
            <a:ext cx="113385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</a:rPr>
              <a:t>PRIORITY INDICATOR — Admin tool (SimpleHelp/Atera) communicating with Telegram Bot API = IMMEDIATE HIGH-PRIORITY INCIDENT. Maps directly to MuddyWater playbook.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Recognition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SFIA: TECH — Specialist Advice  |  MITRE ATT&amp;CK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77840" cy="4114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KNOWN TACTICS, TECHNIQUES &amp; PROCEDURES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PowerShell-heavy lateral movement (T1059.001)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Ligolo-ng for internal network tunnelling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LSASS credential dumping (T1003.001)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62071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Spearphishing with lure documents (T1566.001)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36975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5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Living-off-the-Land — no custom malware in early stages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5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20439"/>
            <a:ext cx="5120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E8"/>
                </a:solidFill>
              </a:rPr>
              <a:t>Persistent RMM implant for long-haul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MITRE ATT&amp;CK TECHNIQUES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10512"/>
            <a:ext cx="530352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568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T1059.001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95681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PowerShell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95728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T1572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43230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Protocol Tunnelling (Ligolo-ng)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71216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9077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T1078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9077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Valid Accounts — RMM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46704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83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T1071.001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383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Web Protocols — Telegram C2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22191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8587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T1003.001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858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OS Credential Dumping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297680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3342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T1566.001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3342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Spearphishing Attachment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773168"/>
            <a:ext cx="14630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8097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T1021.001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8097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Remote Desktop Protocol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15000"/>
            <a:ext cx="1133856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715000"/>
            <a:ext cx="1133856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788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8"/>
                </a:solidFill>
              </a:rPr>
              <a:t>High-confidence attribution enables predictive defence — if we see PowerShell + Ligolo-ng + SimpleHelp, we know their next target will be database servers. We move to protect them proactively.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Tactical Response &amp;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SFIA: USUP — Incident Management  |  Speed of Attacker = Speed of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1828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1  IDENTITY-FIRST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Revoke ALL session tokens immediately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Force password resets for admin accounts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Disable compromised service principals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394960" cy="1828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2  ENDPOINT LOCKDOWN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Quarantine Deno.exe runtime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03703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Isolate host from network segment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532887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Kill &amp; remove Dindoor JS backdoor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74720"/>
            <a:ext cx="5394960" cy="1828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4747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47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3  CLOUD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9776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Audit Intune for rogue scripts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06824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Remove unauthorised Global Admin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636008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590288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Review Entra ID Conditional Access logs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74720"/>
            <a:ext cx="5394960" cy="1828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4747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547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4  NETWORK / C2 BLOCK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9776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31920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Block Telegram API at perimeter firewall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306824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261104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Null-route known Dinoo/Dindoor domains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636008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590288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Disable unauthorised RMM (SimpleHelp)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650992"/>
            <a:ext cx="113385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650992"/>
            <a:ext cx="1133856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72414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88"/>
                </a:solidFill>
              </a:rPr>
              <a:t>STRYKER PRECEDENT — MuddyWater used Microsoft Intune to wipe systems company-wide. Revoking session tokens locks the attacker out of the cloud console instantly before a single wipe command can propagate.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Recovery &amp; Stakeholder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6C00"/>
                </a:solidFill>
              </a:rPr>
              <a:t>SFIA: SLMO / RLMT — Service Level &amp; Stakeholder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4114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ERADICATION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Threat hunt for 'sleeping' backdoors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Full forensic sweep of all endpoints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Validate clean re-images via hashing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62071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Confirm no persistence in scheduled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36975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5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Verify cloud config post-remediation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417320"/>
            <a:ext cx="3657600" cy="4114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CREDENTIAL HARDENING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Enforce MFA resets org-wide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Rotate all privileged service accounts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Implement Conditional Access policies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862071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Review &amp; tighten admin role assignments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3236975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3191255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Enable Entra ID Identity Protection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1417320"/>
            <a:ext cx="3657600" cy="41148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141732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C00"/>
                </a:solidFill>
              </a:rPr>
              <a:t>STAKEHOLDER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920239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1874519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Clear, jargon-free comms to impacted teams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249423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203703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Explain WHY security measures are needed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578607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532887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Just-in-Time phishing simulation training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907791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862071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Turn breach into a learning opportunity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236975"/>
            <a:ext cx="109728" cy="10972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191255"/>
            <a:ext cx="3200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6E8"/>
                </a:solidFill>
              </a:rPr>
              <a:t>Strengthen SOC–business relationship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760720"/>
            <a:ext cx="1133856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760720"/>
            <a:ext cx="11338560" cy="25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8338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"Recovery is more than a reboot. It is rebuilding trust — with the network, with users, and with the business."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57600" cy="3291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C00"/>
                </a:solidFill>
              </a:rPr>
              <a:t>ADAPTIVE &amp; STATE-ALIGNED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MuddyWater evolves its tooling — from simple PowerShell to custom JS backdoors — but its espionage mission never changes.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657600" cy="3291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10512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C00"/>
                </a:solidFill>
              </a:rPr>
              <a:t>RMM ABUSE IS THE KILL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Early detection of unauthorised RMM tools (SimpleHelp, Atera) communicating with Telegram is the single highest-value detection.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691640"/>
            <a:ext cx="3657600" cy="3291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691640"/>
            <a:ext cx="36576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810512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C00"/>
                </a:solidFill>
              </a:rPr>
              <a:t>PROACTIVE SOC WINS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377440"/>
            <a:ext cx="3337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Attribution-driven threat hunting and strong user relationships let the SOC predict attacker movement and protect assets before they're hit.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57800"/>
            <a:ext cx="11338560" cy="914400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57800"/>
            <a:ext cx="11338560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492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MuddyWater uses our own tools against us. A SOC that monitors for unusual behaviour and maintains strong relationships with its users can effectively neutralise this threat.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Classification: TLP:AMBER   |   March 2026   |   MITRE ATT&amp;CK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